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HabotConnect Hiring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Junior Cloud &amp; DevOps Engineer — GCP / Django /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Secure Staging Provisioning, Fail-Closed CI/CD, and Deterministic Data Validation</a:t>
            </a:r>
          </a:p>
          <a:p>
            <a:pPr>
              <a:spcAft>
                <a:spcPts val="1200"/>
              </a:spcAft>
              <a:defRPr sz="2200"/>
            </a:pPr>
            <a:r>
              <a:t>Candidate: Raj Soni</a:t>
            </a:r>
          </a:p>
          <a:p>
            <a:pPr>
              <a:spcAft>
                <a:spcPts val="1200"/>
              </a:spcAft>
              <a:defRPr sz="2200"/>
            </a:pPr>
            <a:r>
              <a:t>Submission deliverables: Terraform, GitHub Actions, Django/DRF, DCYN, schema mapping, and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Translate a vague production incident into secure, reproducible engineering controls.</a:t>
            </a:r>
          </a:p>
          <a:p>
            <a:pPr>
              <a:spcAft>
                <a:spcPts val="1200"/>
              </a:spcAft>
              <a:defRPr sz="2000"/>
            </a:pPr>
            <a:r>
              <a:t>Provision D0 Raw Landing and D1 Staged/Enforced data layers using Terraform.</a:t>
            </a:r>
          </a:p>
          <a:p>
            <a:pPr>
              <a:spcAft>
                <a:spcPts val="1200"/>
              </a:spcAft>
              <a:defRPr sz="2000"/>
            </a:pPr>
            <a:r>
              <a:t>Prevent insecure or non-compliant commits from progressing through CI/CD.</a:t>
            </a:r>
          </a:p>
          <a:p>
            <a:pPr>
              <a:spcAft>
                <a:spcPts val="1200"/>
              </a:spcAft>
              <a:defRPr sz="2000"/>
            </a:pPr>
            <a:r>
              <a:t>Validate student onboarding data deterministically before downstream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Production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junior developer introduced hardcoded API credentials into application code.</a:t>
            </a:r>
          </a:p>
          <a:p>
            <a:pPr>
              <a:spcAft>
                <a:spcPts val="1200"/>
              </a:spcAft>
              <a:defRPr sz="2000"/>
            </a:pPr>
            <a:r>
              <a:t>A schema mismatch broke downstream analytics.</a:t>
            </a:r>
          </a:p>
          <a:p>
            <a:pPr>
              <a:spcAft>
                <a:spcPts val="1200"/>
              </a:spcAft>
              <a:defRPr sz="2000"/>
            </a:pPr>
            <a:r>
              <a:t>Required response: restore security, enforce automated quality gates, and make data validation deterministic.</a:t>
            </a:r>
          </a:p>
          <a:p>
            <a:pPr>
              <a:spcAft>
                <a:spcPts val="1200"/>
              </a:spcAft>
              <a:defRPr sz="2000"/>
            </a:pPr>
            <a:r>
              <a:t>Core principle: remove reliance on human memory through Poka-Yoke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Developer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GitHub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CI/CD Gates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GCP Data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Application data: Student JSON → Django REST Framework → validation/DCYN → staged analytics.</a:t>
            </a:r>
          </a:p>
          <a:p>
            <a:pPr>
              <a:spcAft>
                <a:spcPts val="1200"/>
              </a:spcAft>
              <a:defRPr sz="1600"/>
            </a:pPr>
            <a:r>
              <a:t>Infrastructure: Terraform → GCS D0 Raw Landing + BigQuery D1 Staged/Enforced.</a:t>
            </a:r>
          </a:p>
          <a:p>
            <a:pPr>
              <a:spcAft>
                <a:spcPts val="1200"/>
              </a:spcAft>
              <a:defRPr sz="1600"/>
            </a:pPr>
            <a:r>
              <a:t>Security: IAM Conditions + public access prevention + encryption + Row-Level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Terraform Secure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GCS D0 Raw Landing bucket with Uniform Bucket-Level Access.</a:t>
            </a:r>
          </a:p>
          <a:p>
            <a:pPr>
              <a:spcAft>
                <a:spcPts val="1200"/>
              </a:spcAft>
              <a:defRPr sz="2000"/>
            </a:pPr>
            <a:r>
              <a:t>Public Access Prevention is enforced.</a:t>
            </a:r>
          </a:p>
          <a:p>
            <a:pPr>
              <a:spcAft>
                <a:spcPts val="1200"/>
              </a:spcAft>
              <a:defRPr sz="2000"/>
            </a:pPr>
            <a:r>
              <a:t>Customer-managed KMS encryption and object versioning are configured.</a:t>
            </a:r>
          </a:p>
          <a:p>
            <a:pPr>
              <a:spcAft>
                <a:spcPts val="1200"/>
              </a:spcAft>
              <a:defRPr sz="2000"/>
            </a:pPr>
            <a:r>
              <a:t>BigQuery D1 dataset and student onboarding table are provisioned as code.</a:t>
            </a:r>
          </a:p>
          <a:p>
            <a:pPr>
              <a:spcAft>
                <a:spcPts val="1200"/>
              </a:spcAft>
              <a:defRPr sz="2000"/>
            </a:pPr>
            <a:r>
              <a:t>IAM access is constrained using a time-based IAM Condition.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GCP Security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Identity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IAM Conditions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Encryption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Least-privilege access is applied to the data layers.</a:t>
            </a:r>
          </a:p>
          <a:p>
            <a:pPr>
              <a:spcAft>
                <a:spcPts val="1200"/>
              </a:spcAft>
              <a:defRPr sz="1600"/>
            </a:pPr>
            <a:r>
              <a:t>GCS access is conditional and public access is prevented.</a:t>
            </a:r>
          </a:p>
          <a:p>
            <a:pPr>
              <a:spcAft>
                <a:spcPts val="1200"/>
              </a:spcAft>
              <a:defRPr sz="1600"/>
            </a:pPr>
            <a:r>
              <a:t>Data is protected with encryption keys.</a:t>
            </a:r>
          </a:p>
          <a:p>
            <a:pPr>
              <a:spcAft>
                <a:spcPts val="1200"/>
              </a:spcAft>
              <a:defRPr sz="1600"/>
            </a:pPr>
            <a:r>
              <a:t>BigQuery Row-Level Security restricts analytics rows by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Poka-Yoke CI/CD Build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Format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Lint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Terraform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Secrets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64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84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Trivy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GitHub Actions automatically checks every push and pull request.</a:t>
            </a:r>
          </a:p>
          <a:p>
            <a:pPr>
              <a:spcAft>
                <a:spcPts val="1200"/>
              </a:spcAft>
              <a:defRPr sz="1600"/>
            </a:pPr>
            <a:r>
              <a:t>Formatting, linting, Terraform validation, secret detection, and vulnerability scanning are automated.</a:t>
            </a:r>
          </a:p>
          <a:p>
            <a:pPr>
              <a:spcAft>
                <a:spcPts val="1200"/>
              </a:spcAft>
              <a:defRPr sz="1600"/>
            </a:pPr>
            <a:r>
              <a:t>No deployment stage is allowed to proceed after a mandatory gate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Fail-Closed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Example violation: a hardcoded API secret is committed.</a:t>
            </a:r>
          </a:p>
          <a:p>
            <a:pPr>
              <a:spcAft>
                <a:spcPts val="1200"/>
              </a:spcAft>
              <a:defRPr sz="1900"/>
            </a:pPr>
            <a:r>
              <a:t>Gitleaks detects the secret and returns a non-zero failure status.</a:t>
            </a:r>
          </a:p>
          <a:p>
            <a:pPr>
              <a:spcAft>
                <a:spcPts val="1200"/>
              </a:spcAft>
              <a:defRPr sz="1900"/>
            </a:pPr>
            <a:r>
              <a:t>GitHub Actions marks the job as failed.</a:t>
            </a:r>
          </a:p>
          <a:p>
            <a:pPr>
              <a:spcAft>
                <a:spcPts val="1200"/>
              </a:spcAft>
              <a:defRPr sz="1900"/>
            </a:pPr>
            <a:r>
              <a:t>The pipeline stops; downstream deployment cannot proceed.</a:t>
            </a:r>
          </a:p>
          <a:p>
            <a:pPr>
              <a:spcAft>
                <a:spcPts val="1200"/>
              </a:spcAft>
              <a:defRPr sz="1900"/>
            </a:pPr>
            <a:r>
              <a:t>The same principle applies to formatting, lint, Terraform validation, and high/critical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Django REST Framework + DCYN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Student JSON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DRF Serializer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Strict Validation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DCYN YES/NO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Boolean business decisions are represented explicitly as YES or NO.</a:t>
            </a:r>
          </a:p>
          <a:p>
            <a:pPr>
              <a:spcAft>
                <a:spcPts val="1200"/>
              </a:spcAft>
              <a:defRPr sz="1600"/>
            </a:pPr>
            <a:r>
              <a:t>Parent consent is a mandatory onboarding gate.</a:t>
            </a:r>
          </a:p>
          <a:p>
            <a:pPr>
              <a:spcAft>
                <a:spcPts val="1200"/>
              </a:spcAft>
              <a:defRPr sz="1600"/>
            </a:pPr>
            <a:r>
              <a:t>Invalid values are rejected before entering the application data flow.</a:t>
            </a:r>
          </a:p>
          <a:p>
            <a:pPr>
              <a:spcAft>
                <a:spcPts val="1200"/>
              </a:spcAft>
              <a:defRPr sz="1600"/>
            </a:pPr>
            <a:r>
              <a:t>The decision logic is deterministic and does not depend on human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Schema Mapping &amp;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Incoming JSON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Validated Fields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D1 BigQuery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The schema mapping spreadsheet documents source type, required status, validation rule, DCYN logic, and BigQuery type.</a:t>
            </a:r>
          </a:p>
          <a:p>
            <a:pPr>
              <a:spcAft>
                <a:spcPts val="1200"/>
              </a:spcAft>
              <a:defRPr sz="1600"/>
            </a:pPr>
            <a:r>
              <a:t>Region is retained for Row-Level Security.</a:t>
            </a:r>
          </a:p>
          <a:p>
            <a:pPr>
              <a:spcAft>
                <a:spcPts val="1200"/>
              </a:spcAft>
              <a:defRPr sz="1600"/>
            </a:pPr>
            <a:r>
              <a:t>The spreadsheet uses Wrap Text for full visibility.</a:t>
            </a:r>
          </a:p>
          <a:p>
            <a:pPr>
              <a:spcAft>
                <a:spcPts val="1200"/>
              </a:spcAft>
              <a:defRPr sz="1600"/>
            </a:pPr>
            <a:r>
              <a:t>Derived DCYN decision is calculated rather than treated as an uncontrolled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Repository &amp; Operational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terraform/: Infrastructure-as-Code resources and variables.</a:t>
            </a:r>
          </a:p>
          <a:p>
            <a:pPr>
              <a:spcAft>
                <a:spcPts val="1200"/>
              </a:spcAft>
              <a:defRPr sz="2000"/>
            </a:pPr>
            <a:r>
              <a:t>.github/workflows/: automated CI/CD quality and security gate.</a:t>
            </a:r>
          </a:p>
          <a:p>
            <a:pPr>
              <a:spcAft>
                <a:spcPts val="1200"/>
              </a:spcAft>
              <a:defRPr sz="2000"/>
            </a:pPr>
            <a:r>
              <a:t>django/: model, serializer, and DCYN validation library.</a:t>
            </a:r>
          </a:p>
          <a:p>
            <a:pPr>
              <a:spcAft>
                <a:spcPts val="1200"/>
              </a:spcAft>
              <a:defRPr sz="2000"/>
            </a:pPr>
            <a:r>
              <a:t>schema/: student onboarding mapping workbook.</a:t>
            </a:r>
          </a:p>
          <a:p>
            <a:pPr>
              <a:spcAft>
                <a:spcPts val="1200"/>
              </a:spcAft>
              <a:defRPr sz="2000"/>
            </a:pPr>
            <a:r>
              <a:t>README.md: architecture, assumptions, validation commands, and security model.</a:t>
            </a:r>
          </a:p>
          <a:p>
            <a:pPr>
              <a:spcAft>
                <a:spcPts val="1200"/>
              </a:spcAft>
              <a:defRPr sz="2000"/>
            </a:pPr>
            <a:r>
              <a:t>.gitignore: prevents Terraform state, variable files, environment files, and key material from being committed.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Outcomes &amp; Interview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Secure, reproducible staging infrastructure defined through Terraform.</a:t>
            </a:r>
          </a:p>
          <a:p>
            <a:pPr>
              <a:spcAft>
                <a:spcPts val="1200"/>
              </a:spcAft>
              <a:defRPr sz="1900"/>
            </a:pPr>
            <a:r>
              <a:t>Automated Fail-Closed controls prevent insecure code from progressing.</a:t>
            </a:r>
          </a:p>
          <a:p>
            <a:pPr>
              <a:spcAft>
                <a:spcPts val="1200"/>
              </a:spcAft>
              <a:defRPr sz="1900"/>
            </a:pPr>
            <a:r>
              <a:t>Deterministic validation protects application and analytics data quality.</a:t>
            </a:r>
          </a:p>
          <a:p>
            <a:pPr>
              <a:spcAft>
                <a:spcPts val="1200"/>
              </a:spcAft>
              <a:defRPr sz="1900"/>
            </a:pPr>
            <a:r>
              <a:t>Least-privilege IAM, encryption, and Row-Level Security protect cloud data.</a:t>
            </a:r>
          </a:p>
          <a:p>
            <a:pPr>
              <a:spcAft>
                <a:spcPts val="1200"/>
              </a:spcAft>
              <a:defRPr sz="1900"/>
            </a:pPr>
            <a:r>
              <a:t>Interview demonstration: run validation → show pipeline failure on an insecure commit → show corrected pipeline passing.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